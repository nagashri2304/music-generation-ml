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Generating Music with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DE6F5"/>
                </a:solidFill>
              </a:defRPr>
            </a:pPr>
            <a:r>
              <a:t>Mini-Project #22 – UE24CS352A Machine Learning</a:t>
            </a:r>
          </a:p>
          <a:p>
            <a:pPr>
              <a:spcAft>
                <a:spcPts val="800"/>
              </a:spcAft>
              <a:defRPr sz="1800" b="0">
                <a:solidFill>
                  <a:srgbClr val="DDE6F5"/>
                </a:solidFill>
              </a:defRPr>
            </a:pPr>
            <a:r>
              <a:t>Nagashri R Patil (PES1UG24CS289)  |  Nallamalli Kanaka Mani Sai Akhil (PES1UG24CS290)</a:t>
            </a:r>
          </a:p>
          <a:p>
            <a:pPr>
              <a:spcAft>
                <a:spcPts val="800"/>
              </a:spcAft>
              <a:defRPr sz="1800" b="0">
                <a:solidFill>
                  <a:srgbClr val="DDE6F5"/>
                </a:solidFill>
              </a:defRPr>
            </a:pPr>
            <a:r>
              <a:t>Based on: Kang, Kim, Ringdahl – Stanford, “Music Composition with Machine Learning” (2018)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Teach a computer to compose by learning musical structure from MIDI files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Task 1: predict the next note (pitch + duration) on unseen songs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Task 2: generate new, playable MIDI pieces (melody + chords)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Compare LSTM (main model) vs Naive-Bayes-like chord→note vs random (flat) baseline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Goal from the paper: LSTM sequence modelling should beat independent-note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Dataset and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Dataset: Nottingham folk MIDI – 1031 songs, 195,537 note events (read from data/, any .mid/.midi)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Song-level split 80/10/10: 824 train / 103 val / 104 test songs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Event = [right-hand note (88 keys), duration (8 classes), left-hand chord (63 + other)]  – like the paper’s note vectors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Right hand = highest note ≥ MIDI 60; left-hand chord = pitch-class set of lower notes sounding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Durations: inter-onset interval quantised to 16th-note grid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Windows of 64 events; padded targets are ignored in the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Random (flat): uniform over 88 keys / durations / chords – reference level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Naive-Bayes-like: P(note | chord), notes independent given chord, Laplace smoothing; Markov chain over chords for generation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LSTM (main): embeddings → 1 LSTM layer (256) → dropout → 3 softmax heads (pitch, duration, chord)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Training: cross-entropy, Adam lr 0.005 (β₁ .9, β₂ .999), grad clipping, early stopping on validation loss</a:t>
            </a:r>
          </a:p>
          <a:p>
            <a:pPr>
              <a:spcAft>
                <a:spcPts val="800"/>
              </a:spcAft>
              <a:defRPr sz="1900" b="0">
                <a:solidFill>
                  <a:srgbClr val="444444"/>
                </a:solidFill>
              </a:defRPr>
            </a:pPr>
            <a:r>
              <a:t>• Generation: autoregressive sampling → events → MIDI (melody track + chord track)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Pipeline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preprocess.py → parse MIDI, split, chord vocabulary, windows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train.py → LSTM training / validation, checkpoint, loss plot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evaluate.py → test metrics for all models, generated-music metrics, plots, MIDI export + reload check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demo.py → generate (and play) a new MIDI composition live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run_all.py → whole pipeline in one command; PyTorch, CPU-friendly, auto-GPU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LSTM: 5 epochs, best epoch 5, 46s on cpu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Results: next-event prediction (test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371600"/>
                <a:gridCol w="1280160"/>
                <a:gridCol w="1280160"/>
                <a:gridCol w="146304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Pitch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Pitch ppl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Top-5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Dur. acc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Random (flat)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4.477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88.0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0.165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Naive Bayes-like (prev chord)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2.445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0.655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Naive Bayes-like (given chord)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0.655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1.652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0.742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</a:defRPr>
            </a:pPr>
            <a:r>
              <a:t>17,093 held-out test events; lower CE / higher accuracy is better.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</a:defRPr>
            </a:pPr>
            <a:r>
              <a:t>Naive Bayes ‘given chord’ sees the true concurrent chord (paper protocol) – extra information the LSTM does not 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Training curve and model comparison</a:t>
            </a:r>
          </a:p>
        </p:txBody>
      </p:sp>
      <p:pic>
        <p:nvPicPr>
          <p:cNvPr id="4" name="Picture 3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20640" cy="3413760"/>
          </a:xfrm>
          <a:prstGeom prst="rect">
            <a:avLst/>
          </a:prstGeom>
        </p:spPr>
      </p:pic>
      <p:pic>
        <p:nvPicPr>
          <p:cNvPr id="5" name="Picture 4" descr="next_ev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554480"/>
            <a:ext cx="6217920" cy="2908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Results: generated music vs real music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60"/>
                <a:gridCol w="173736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LSTM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Scale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Chord-tone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0.64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Repeated-note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Mean |interval|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5.36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2.60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5-gram 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0.37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Interval JS vs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</a:defRPr>
            </a:pPr>
            <a:r>
              <a:t>Closer to the ‘Real’ column is better. All generated .mid files re-load and play correctly (Random (flat): 5/5, Naive Bayes-like: 5/5, LSTM: 5/5).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Generated piano rolls (first 48 events)</a:t>
            </a:r>
          </a:p>
        </p:txBody>
      </p:sp>
      <p:pic>
        <p:nvPicPr>
          <p:cNvPr id="4" name="Picture 3" descr="piano_ro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753035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LSTM sequence modelling beats Naive-Bayes-like and random models on next-note prediction (see table)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Generated LSTM melodies match real interval statistics and stay in key; Naive Bayes fits chords best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Limitations: single-voice melody, coarse chords, no dynamics/velocity, no human Turing test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Future work (from the paper): Transformer / self-attention models and note velocity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• Live demo: python demo.py --play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